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5821a3e0624d38" /><Relationship Type="http://schemas.openxmlformats.org/officeDocument/2006/relationships/extended-properties" Target="/docProps/app.xml" Id="R8a1c50ae4c164b2d" /><Relationship Type="http://schemas.openxmlformats.org/officeDocument/2006/relationships/officeDocument" Target="/ppt/presentation.xml" Id="R96e1abf0b4e74f0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da75f7fc7764494"/>
  </p:sldMasterIdLst>
  <p:notesMasterIdLst>
    <p:notesMasterId xmlns:r="http://schemas.openxmlformats.org/officeDocument/2006/relationships" r:id="R5d043db6e78d4e86"/>
  </p:notesMasterIdLst>
  <p:sldIdLst>
    <p:sldId xmlns:r="http://schemas.openxmlformats.org/officeDocument/2006/relationships" id="256" r:id="R0ef57df46f98469c"/>
    <p:sldId xmlns:r="http://schemas.openxmlformats.org/officeDocument/2006/relationships" id="257" r:id="R76f73960f1d34a82"/>
    <p:sldId xmlns:r="http://schemas.openxmlformats.org/officeDocument/2006/relationships" id="258" r:id="R9815c2f0448a4348"/>
    <p:sldId xmlns:r="http://schemas.openxmlformats.org/officeDocument/2006/relationships" id="259" r:id="R27a32fa793eb4cbe"/>
    <p:sldId xmlns:r="http://schemas.openxmlformats.org/officeDocument/2006/relationships" id="260" r:id="R2b65922626e843af"/>
    <p:sldId xmlns:r="http://schemas.openxmlformats.org/officeDocument/2006/relationships" id="261" r:id="R1400c7c4f37d4751"/>
    <p:sldId xmlns:r="http://schemas.openxmlformats.org/officeDocument/2006/relationships" id="262" r:id="R1fa2d423e513406e"/>
  </p:sldIdLst>
  <p:sldSz cx="12192000" cy="6858000"/>
  <p:notesSz cx="6858000" cy="9144000"/>
  <p:embeddedFontLst>
    <p:embeddedFont>
      <p:font typeface="ALS Sector Regular"/>
      <p:regular xmlns:r="http://schemas.openxmlformats.org/officeDocument/2006/relationships" r:id="R3fdd1faf61b1401a"/>
    </p:embeddedFont>
    <p:embeddedFont>
      <p:font typeface="Calibri"/>
      <p:regular xmlns:r="http://schemas.openxmlformats.org/officeDocument/2006/relationships" r:id="R55609c4990034202"/>
      <p:bold xmlns:r="http://schemas.openxmlformats.org/officeDocument/2006/relationships" r:id="Re0135803bbad4ac3"/>
      <p:italic xmlns:r="http://schemas.openxmlformats.org/officeDocument/2006/relationships" r:id="Re6af39029efa4025"/>
      <p:boldItalic xmlns:r="http://schemas.openxmlformats.org/officeDocument/2006/relationships" r:id="R276bd444b09440fe"/>
    </p:embeddedFont>
    <p:embeddedFont>
      <p:font typeface="Calibri Light"/>
      <p:regular xmlns:r="http://schemas.openxmlformats.org/officeDocument/2006/relationships" r:id="R11e9bb51fbf84516"/>
      <p:italic xmlns:r="http://schemas.openxmlformats.org/officeDocument/2006/relationships" r:id="R66e892845d2c4e2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d101b5a0074349" /><Relationship Type="http://schemas.openxmlformats.org/officeDocument/2006/relationships/slideMaster" Target="/ppt/slideMasters/slideMaster1.xml" Id="R4da75f7fc7764494" /><Relationship Type="http://schemas.openxmlformats.org/officeDocument/2006/relationships/notesMaster" Target="/ppt/notesMasters/notesMaster1.xml" Id="R5d043db6e78d4e86" /><Relationship Type="http://schemas.openxmlformats.org/officeDocument/2006/relationships/presProps" Target="/ppt/presProps.xml" Id="R26c1a2359f174517" /><Relationship Type="http://schemas.openxmlformats.org/officeDocument/2006/relationships/viewProps" Target="/ppt/viewProps.xml" Id="Rf6cfe6f5433e4d42" /><Relationship Type="http://schemas.openxmlformats.org/officeDocument/2006/relationships/tableStyles" Target="/ppt/tableStyles.xml" Id="R3dcb12ff371348e2" /><Relationship Type="http://schemas.openxmlformats.org/officeDocument/2006/relationships/font" Target="/ppt/fonts/font.dat" Id="R3fdd1faf61b1401a" /><Relationship Type="http://schemas.openxmlformats.org/officeDocument/2006/relationships/font" Target="/ppt/fonts/font2.dat" Id="R55609c4990034202" /><Relationship Type="http://schemas.openxmlformats.org/officeDocument/2006/relationships/font" Target="/ppt/fonts/font3.dat" Id="Re0135803bbad4ac3" /><Relationship Type="http://schemas.openxmlformats.org/officeDocument/2006/relationships/font" Target="/ppt/fonts/font4.dat" Id="Re6af39029efa4025" /><Relationship Type="http://schemas.openxmlformats.org/officeDocument/2006/relationships/font" Target="/ppt/fonts/font5.dat" Id="R276bd444b09440fe" /><Relationship Type="http://schemas.openxmlformats.org/officeDocument/2006/relationships/font" Target="/ppt/fonts/font6.dat" Id="R11e9bb51fbf84516" /><Relationship Type="http://schemas.openxmlformats.org/officeDocument/2006/relationships/font" Target="/ppt/fonts/font7.dat" Id="R66e892845d2c4e22" /><Relationship Type="http://schemas.openxmlformats.org/officeDocument/2006/relationships/slide" Target="/ppt/slides/slide1.xml" Id="R0ef57df46f98469c" /><Relationship Type="http://schemas.openxmlformats.org/officeDocument/2006/relationships/slide" Target="/ppt/slides/slide2.xml" Id="R76f73960f1d34a82" /><Relationship Type="http://schemas.openxmlformats.org/officeDocument/2006/relationships/slide" Target="/ppt/slides/slide3.xml" Id="R9815c2f0448a4348" /><Relationship Type="http://schemas.openxmlformats.org/officeDocument/2006/relationships/slide" Target="/ppt/slides/slide4.xml" Id="R27a32fa793eb4cbe" /><Relationship Type="http://schemas.openxmlformats.org/officeDocument/2006/relationships/slide" Target="/ppt/slides/slide5.xml" Id="R2b65922626e843af" /><Relationship Type="http://schemas.openxmlformats.org/officeDocument/2006/relationships/slide" Target="/ppt/slides/slide6.xml" Id="R1400c7c4f37d4751" /><Relationship Type="http://schemas.openxmlformats.org/officeDocument/2006/relationships/slide" Target="/ppt/slides/slide7.xml" Id="R1fa2d423e51340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f19d4e3d6d4a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e27f6a8f584eed" /><Relationship Type="http://schemas.openxmlformats.org/officeDocument/2006/relationships/notesMaster" Target="/ppt/notesMasters/notesMaster1.xml" Id="Rf0155e6deb4440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205c7a57c94d53" /><Relationship Type="http://schemas.openxmlformats.org/officeDocument/2006/relationships/notesMaster" Target="/ppt/notesMasters/notesMaster1.xml" Id="Rc20b0613327848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f1fb4131904200" /><Relationship Type="http://schemas.openxmlformats.org/officeDocument/2006/relationships/notesMaster" Target="/ppt/notesMasters/notesMaster1.xml" Id="R4e524693ce084f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32297bbff647ad" /><Relationship Type="http://schemas.openxmlformats.org/officeDocument/2006/relationships/notesMaster" Target="/ppt/notesMasters/notesMaster1.xml" Id="Reb7fcba878be4a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9b65e000b94549" /><Relationship Type="http://schemas.openxmlformats.org/officeDocument/2006/relationships/notesMaster" Target="/ppt/notesMasters/notesMaster1.xml" Id="Rb67619e4678d43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092048d44b41e9" /><Relationship Type="http://schemas.openxmlformats.org/officeDocument/2006/relationships/notesMaster" Target="/ppt/notesMasters/notesMaster1.xml" Id="R00b43cb9cc3640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9e53f1b9a2494e" /><Relationship Type="http://schemas.openxmlformats.org/officeDocument/2006/relationships/notesMaster" Target="/ppt/notesMasters/notesMaster1.xml" Id="Rb34890ef33a249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тезисы: «Оценка возможности восстановления данных о влажности почвы…»,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Открытие: задача — проверить, согласуется ли независимый Sentinel-1 с расчётным приповерхностным водным состоянием.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Финальные тезисы, введение и обсуждение.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Ключевой тезис: мы не выдаём VV за прямое измерение влажности. Проверяем, даёт ли он независимое подтверждение расчётной динамики.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Документация проекта: docs/wiki/ARCHITECTURE.md, docs/wiki/PIPELINES.md; финальные тезисы; sp_full_experiment_protocol.json.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Архитектура: единственный пользовательский интерфейс — QGIS-плагин. Он связывает локальные пространственные и временные данные с PyQGIS/GDAL-сценариями и выдаёт слои, диаграммы и JSON-протокол.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sp_full_experiment_protocol.json: sentinel2_fcover и kornix_fcover_lag.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Лаг относится к визуальному сопоставлению кривых покрытия: модельная кривая показана на 12 суток правее. Это не изменяет исходные даты в рядах.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sentinel1_validation, cross_validated_predictive_gain.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Главный результат — не абсолютное R², а устойчивый прирост M3 на полях, которые модель не видела. Прирост M3–M1: 0,078, bootstrap 95% CI 0,035…0,128.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observability_analysis.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показатели — дополнительная диагностика. Основное доказательство — межполевая проверка M1–M3 на предыдущем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заключение.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Закрытие: работа подтверждает необходимую предпосылку дальнейшей реконструкции. Для утверждений об абсолютной влажности и глубине до 1 м потребуются независимые наземные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c0669ad5146c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c71320065a41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340cdf07f43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ede72d80c45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658a776d54d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2746a1c2fd467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ecfceed8b440b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bb204256b412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d98352066241b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976795f02438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a0d557f0d45e8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c30d4903a841be" /><Relationship Type="http://schemas.openxmlformats.org/officeDocument/2006/relationships/slideLayout" Target="/ppt/slideLayouts/slideLayout1.xml" Id="R10bc2247322647ad" /><Relationship Type="http://schemas.openxmlformats.org/officeDocument/2006/relationships/slideLayout" Target="/ppt/slideLayouts/slideLayout2.xml" Id="R4c53724b22974057" /><Relationship Type="http://schemas.openxmlformats.org/officeDocument/2006/relationships/slideLayout" Target="/ppt/slideLayouts/slideLayout3.xml" Id="Rbbcc31337ced4a79" /><Relationship Type="http://schemas.openxmlformats.org/officeDocument/2006/relationships/slideLayout" Target="/ppt/slideLayouts/slideLayout4.xml" Id="R6fb9c4f2f1e449ee" /><Relationship Type="http://schemas.openxmlformats.org/officeDocument/2006/relationships/slideLayout" Target="/ppt/slideLayouts/slideLayout5.xml" Id="R8718f86cdbc043e7" /><Relationship Type="http://schemas.openxmlformats.org/officeDocument/2006/relationships/slideLayout" Target="/ppt/slideLayouts/slideLayout6.xml" Id="R024db7835cc6418e" /><Relationship Type="http://schemas.openxmlformats.org/officeDocument/2006/relationships/slideLayout" Target="/ppt/slideLayouts/slideLayout7.xml" Id="Re52c84997b3c44af" /><Relationship Type="http://schemas.openxmlformats.org/officeDocument/2006/relationships/slideLayout" Target="/ppt/slideLayouts/slideLayout8.xml" Id="Re4e1efd0fb4741af" /><Relationship Type="http://schemas.openxmlformats.org/officeDocument/2006/relationships/slideLayout" Target="/ppt/slideLayouts/slideLayout9.xml" Id="R3fdc17ab05714ded" /><Relationship Type="http://schemas.openxmlformats.org/officeDocument/2006/relationships/slideLayout" Target="/ppt/slideLayouts/slideLayout10.xml" Id="R11fbe3e1071f4dc9" /><Relationship Type="http://schemas.openxmlformats.org/officeDocument/2006/relationships/slideLayout" Target="/ppt/slideLayouts/slideLayout11.xml" Id="Rac004dcb42684a3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bc2247322647ad"/>
    <p:sldLayoutId xmlns:r="http://schemas.openxmlformats.org/officeDocument/2006/relationships" id="2147483650" r:id="R4c53724b22974057"/>
    <p:sldLayoutId xmlns:r="http://schemas.openxmlformats.org/officeDocument/2006/relationships" id="2147483651" r:id="Rbbcc31337ced4a79"/>
    <p:sldLayoutId xmlns:r="http://schemas.openxmlformats.org/officeDocument/2006/relationships" id="2147483652" r:id="R6fb9c4f2f1e449ee"/>
    <p:sldLayoutId xmlns:r="http://schemas.openxmlformats.org/officeDocument/2006/relationships" id="2147483653" r:id="R8718f86cdbc043e7"/>
    <p:sldLayoutId xmlns:r="http://schemas.openxmlformats.org/officeDocument/2006/relationships" id="2147483654" r:id="R024db7835cc6418e"/>
    <p:sldLayoutId xmlns:r="http://schemas.openxmlformats.org/officeDocument/2006/relationships" id="2147483655" r:id="Re52c84997b3c44af"/>
    <p:sldLayoutId xmlns:r="http://schemas.openxmlformats.org/officeDocument/2006/relationships" id="2147483656" r:id="Re4e1efd0fb4741af"/>
    <p:sldLayoutId xmlns:r="http://schemas.openxmlformats.org/officeDocument/2006/relationships" id="2147483657" r:id="R3fdc17ab05714ded"/>
    <p:sldLayoutId xmlns:r="http://schemas.openxmlformats.org/officeDocument/2006/relationships" id="2147483658" r:id="R11fbe3e1071f4dc9"/>
    <p:sldLayoutId xmlns:r="http://schemas.openxmlformats.org/officeDocument/2006/relationships" id="2147483659" r:id="Rac004dcb42684a33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74517f7c32403e" /><Relationship Type="http://schemas.openxmlformats.org/officeDocument/2006/relationships/image" Target="/ppt/media/image.jpeg" Id="Rb1fdd4f9bf8144d7" /><Relationship Type="http://schemas.openxmlformats.org/officeDocument/2006/relationships/notesSlide" Target="/ppt/notesSlides/notesSlide1.xml" Id="R50858b6c179b43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9b908e61f4ef7" /><Relationship Type="http://schemas.openxmlformats.org/officeDocument/2006/relationships/notesSlide" Target="/ppt/notesSlides/notesSlide2.xml" Id="Rc7155ec799f74f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3c0e419d3f4c9e" /><Relationship Type="http://schemas.openxmlformats.org/officeDocument/2006/relationships/notesSlide" Target="/ppt/notesSlides/notesSlide3.xml" Id="R21cf97dbb4f149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e005354386411e" /><Relationship Type="http://schemas.openxmlformats.org/officeDocument/2006/relationships/notesSlide" Target="/ppt/notesSlides/notesSlide4.xml" Id="R6773fe00a5f24f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1beb79c26542fe" /><Relationship Type="http://schemas.openxmlformats.org/officeDocument/2006/relationships/chart" Target="/ppt/slides/charts/chart1.xml" Id="R1d1a8a54676e4ea7" /><Relationship Type="http://schemas.openxmlformats.org/officeDocument/2006/relationships/notesSlide" Target="/ppt/notesSlides/notesSlide5.xml" Id="R5210297890684a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df3866d34f45fe" /><Relationship Type="http://schemas.openxmlformats.org/officeDocument/2006/relationships/notesSlide" Target="/ppt/notesSlides/notesSlide6.xml" Id="R8c39624226974c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665eb42ee84360" /><Relationship Type="http://schemas.openxmlformats.org/officeDocument/2006/relationships/notesSlide" Target="/ppt/notesSlides/notesSlide7.xml" Id="Rbcc04e84cb7b4817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1fdd4f9bf8144d7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Проверяем не калибровку влажности,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а независимую согласованность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расчётной динамики и радара</a:t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34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36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38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40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Архитектура ИС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Контуры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/ Sentinel-2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суточные ряды модели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Входы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Плагин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запуск сценариев и просмотр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Интерфейс</a:t>
            </a:r>
          </a:p>
        </p:txBody>
      </p:sp>
      <p:cxnSp>
        <p:nvCxnSpPr>
          <p:cNvPr id="43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PyQGIS / GDAL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расчёты и аналитические сценарии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Обработка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Слои и карты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диаграммы и JSON-протокол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Выходы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C4749C-BD68-46D3-8E02-F6BFE6C0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B8A9AF-E9D3-45BB-86DA-330ADE75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2C49B8-45C2-40E1-9CFA-8C3A92FB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8E7C64-9E77-4A3E-93F5-A169E70A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Данные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слои и временные ряды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29D5CC-3E83-40F4-990F-7CCF0528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Модуль QGIS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кнопки и просмотр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FDD2C4-BB10-432A-A9FE-96248B12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Сценарии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расчёт и анализ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457040-D5F4-4C06-8E68-B6F35CA1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216FE8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Результаты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карты, графики, JSON</a:t>
            </a:r>
          </a:p>
        </p:txBody>
      </p:sp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около 12 суток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кривая модели сдвигается вправо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Лаг покрытия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 = 0,763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 = 0,583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Связь рядов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FCOVER ограничивает модель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Проверка выполнена до Sentinel-1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фиксирует сезонную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динамику растительности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Смысл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r = 0,944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34 из 36 связей положительные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Внутри полей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Результат: растение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отделено от влаги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Зачем это нужно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12 сут.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настройка растительного блока,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не проверка влажности по Sentinel-1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Граница интерпретации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FCOVER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7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7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1a8a54676e4ea7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2026-08-31T14:26:44.1630000Z</dcterms:created>
  <dcterms:modified xsi:type="dcterms:W3CDTF">2026-08-31T14:26:44.1630000Z</dcterms:modified>
</coreProperties>
</file>