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dbde8d56594ca5" /><Relationship Type="http://schemas.openxmlformats.org/officeDocument/2006/relationships/extended-properties" Target="/docProps/app.xml" Id="Rfbbd3241a6c24ea6" /><Relationship Type="http://schemas.openxmlformats.org/officeDocument/2006/relationships/officeDocument" Target="/ppt/presentation.xml" Id="Rb8e102b8ad354e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48e0d9ad74444f"/>
  </p:sldMasterIdLst>
  <p:sldIdLst>
    <p:sldId xmlns:r="http://schemas.openxmlformats.org/officeDocument/2006/relationships" id="256" r:id="R264d3b28d6274256"/>
    <p:sldId xmlns:r="http://schemas.openxmlformats.org/officeDocument/2006/relationships" id="257" r:id="R184a8be5002149ae"/>
    <p:sldId xmlns:r="http://schemas.openxmlformats.org/officeDocument/2006/relationships" id="258" r:id="R8c160ad99906474b"/>
    <p:sldId xmlns:r="http://schemas.openxmlformats.org/officeDocument/2006/relationships" id="259" r:id="R257c2004a5624cc5"/>
    <p:sldId xmlns:r="http://schemas.openxmlformats.org/officeDocument/2006/relationships" id="260" r:id="R9907e982e1fb44e2"/>
    <p:sldId xmlns:r="http://schemas.openxmlformats.org/officeDocument/2006/relationships" id="261" r:id="Rd748183bb5314ccf"/>
    <p:sldId xmlns:r="http://schemas.openxmlformats.org/officeDocument/2006/relationships" id="262" r:id="R97e29419c41041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7bc561994f4fda" /><Relationship Type="http://schemas.openxmlformats.org/officeDocument/2006/relationships/slideMaster" Target="/ppt/slideMasters/slideMaster1.xml" Id="Rbb48e0d9ad74444f" /><Relationship Type="http://schemas.openxmlformats.org/officeDocument/2006/relationships/presProps" Target="/ppt/presProps.xml" Id="R173352e54fd442d9" /><Relationship Type="http://schemas.openxmlformats.org/officeDocument/2006/relationships/viewProps" Target="/ppt/viewProps.xml" Id="R676f5f8041674ee6" /><Relationship Type="http://schemas.openxmlformats.org/officeDocument/2006/relationships/tableStyles" Target="/ppt/tableStyles.xml" Id="R945231a901d54a1c" /><Relationship Type="http://schemas.openxmlformats.org/officeDocument/2006/relationships/slide" Target="/ppt/slides/slide1.xml" Id="R264d3b28d6274256" /><Relationship Type="http://schemas.openxmlformats.org/officeDocument/2006/relationships/slide" Target="/ppt/slides/slide2.xml" Id="R184a8be5002149ae" /><Relationship Type="http://schemas.openxmlformats.org/officeDocument/2006/relationships/slide" Target="/ppt/slides/slide3.xml" Id="R8c160ad99906474b" /><Relationship Type="http://schemas.openxmlformats.org/officeDocument/2006/relationships/slide" Target="/ppt/slides/slide4.xml" Id="R257c2004a5624cc5" /><Relationship Type="http://schemas.openxmlformats.org/officeDocument/2006/relationships/slide" Target="/ppt/slides/slide5.xml" Id="R9907e982e1fb44e2" /><Relationship Type="http://schemas.openxmlformats.org/officeDocument/2006/relationships/slide" Target="/ppt/slides/slide6.xml" Id="Rd748183bb5314ccf" /><Relationship Type="http://schemas.openxmlformats.org/officeDocument/2006/relationships/slide" Target="/ppt/slides/slide7.xml" Id="R97e29419c41041e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4e554b5eb147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fe7d758e7b49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0a9e3e23340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2c3582d31d4b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c8ad81b54a4c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32c5db98e1425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ee4606cc614ec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ed931c43d94fe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666a124d0d46b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981672217e41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f3ce307f84441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3c987b34f649fd" /><Relationship Type="http://schemas.openxmlformats.org/officeDocument/2006/relationships/slideLayout" Target="/ppt/slideLayouts/slideLayout1.xml" Id="R92a92e4a8216471e" /><Relationship Type="http://schemas.openxmlformats.org/officeDocument/2006/relationships/slideLayout" Target="/ppt/slideLayouts/slideLayout2.xml" Id="R46564baa42894e30" /><Relationship Type="http://schemas.openxmlformats.org/officeDocument/2006/relationships/slideLayout" Target="/ppt/slideLayouts/slideLayout3.xml" Id="R4aad1deb7dc749e7" /><Relationship Type="http://schemas.openxmlformats.org/officeDocument/2006/relationships/slideLayout" Target="/ppt/slideLayouts/slideLayout4.xml" Id="R2752acf03ad34143" /><Relationship Type="http://schemas.openxmlformats.org/officeDocument/2006/relationships/slideLayout" Target="/ppt/slideLayouts/slideLayout5.xml" Id="Rb3ad5fff84594633" /><Relationship Type="http://schemas.openxmlformats.org/officeDocument/2006/relationships/slideLayout" Target="/ppt/slideLayouts/slideLayout6.xml" Id="R6f3e39368a8f4c80" /><Relationship Type="http://schemas.openxmlformats.org/officeDocument/2006/relationships/slideLayout" Target="/ppt/slideLayouts/slideLayout7.xml" Id="R3f9099e1c745491b" /><Relationship Type="http://schemas.openxmlformats.org/officeDocument/2006/relationships/slideLayout" Target="/ppt/slideLayouts/slideLayout8.xml" Id="Rd316bf3d91cf4d69" /><Relationship Type="http://schemas.openxmlformats.org/officeDocument/2006/relationships/slideLayout" Target="/ppt/slideLayouts/slideLayout9.xml" Id="R30975c55006f40e8" /><Relationship Type="http://schemas.openxmlformats.org/officeDocument/2006/relationships/slideLayout" Target="/ppt/slideLayouts/slideLayout10.xml" Id="R2c1c24210c944941" /><Relationship Type="http://schemas.openxmlformats.org/officeDocument/2006/relationships/slideLayout" Target="/ppt/slideLayouts/slideLayout11.xml" Id="Re38bb36214aa444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a92e4a8216471e"/>
    <p:sldLayoutId xmlns:r="http://schemas.openxmlformats.org/officeDocument/2006/relationships" id="2147483650" r:id="R46564baa42894e30"/>
    <p:sldLayoutId xmlns:r="http://schemas.openxmlformats.org/officeDocument/2006/relationships" id="2147483651" r:id="R4aad1deb7dc749e7"/>
    <p:sldLayoutId xmlns:r="http://schemas.openxmlformats.org/officeDocument/2006/relationships" id="2147483652" r:id="R2752acf03ad34143"/>
    <p:sldLayoutId xmlns:r="http://schemas.openxmlformats.org/officeDocument/2006/relationships" id="2147483653" r:id="Rb3ad5fff84594633"/>
    <p:sldLayoutId xmlns:r="http://schemas.openxmlformats.org/officeDocument/2006/relationships" id="2147483654" r:id="R6f3e39368a8f4c80"/>
    <p:sldLayoutId xmlns:r="http://schemas.openxmlformats.org/officeDocument/2006/relationships" id="2147483655" r:id="R3f9099e1c745491b"/>
    <p:sldLayoutId xmlns:r="http://schemas.openxmlformats.org/officeDocument/2006/relationships" id="2147483656" r:id="Rd316bf3d91cf4d69"/>
    <p:sldLayoutId xmlns:r="http://schemas.openxmlformats.org/officeDocument/2006/relationships" id="2147483657" r:id="R30975c55006f40e8"/>
    <p:sldLayoutId xmlns:r="http://schemas.openxmlformats.org/officeDocument/2006/relationships" id="2147483658" r:id="R2c1c24210c944941"/>
    <p:sldLayoutId xmlns:r="http://schemas.openxmlformats.org/officeDocument/2006/relationships" id="2147483659" r:id="Re38bb36214aa444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f7fe9cb9474bdb" /><Relationship Type="http://schemas.openxmlformats.org/officeDocument/2006/relationships/image" Target="/ppt/media/image.jpeg" Id="Rb8474059286942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0f7c22f284ccf" /><Relationship Type="http://schemas.openxmlformats.org/officeDocument/2006/relationships/image" Target="/ppt/media/image.png" Id="R6cda572b42fc4b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3fc34a1c88469f" /><Relationship Type="http://schemas.openxmlformats.org/officeDocument/2006/relationships/image" Target="/ppt/media/image2.png" Id="R2a65534f728940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58a8135acf47dc" /><Relationship Type="http://schemas.openxmlformats.org/officeDocument/2006/relationships/image" Target="/ppt/media/image3.png" Id="R06bc389c009e48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799980d276497f" /><Relationship Type="http://schemas.openxmlformats.org/officeDocument/2006/relationships/chart" Target="/ppt/slides/charts/chart1.xml" Id="R767033a07fcc4c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39b82d4ef143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55249812ab45e6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8474059286942c6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/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65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67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69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71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a572b42fc4b70"/>
          <a:stretch xmlns:a="http://schemas.openxmlformats.org/drawingml/2006/main"/>
        </p:blipFill>
        <p:spPr>
          <a:xfrm xmlns:a="http://schemas.openxmlformats.org/drawingml/2006/main">
            <a:off x="7924800" y="1151014"/>
            <a:ext cx="3905250" cy="4879822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9878E4-A124-46B2-BF5B-CDC1F61B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12763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Sentinel-1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VV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FA2CCE-8E0D-4E12-B643-C36145BF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276350"/>
            <a:ext cx="133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Sentinel-2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FCOVER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EA261-C641-4CC8-BD36-EDF6F03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076825"/>
            <a:ext cx="1809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Расчётная влажность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θ 0–10 см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CA58AC-4ED8-42B3-8710-6FB8E121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191250"/>
            <a:ext cx="35242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VV — не прямое измерение влажности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Архитектура ИС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Контуры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/ Sentinel-2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суточные ряды модели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Входы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Плагин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запуск сценариев и просмотр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Интерфейс</a:t>
            </a:r>
          </a:p>
        </p:txBody>
      </p:sp>
      <p:cxnSp>
        <p:nvCxnSpPr>
          <p:cNvPr id="58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PyQGIS / GDAL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расчёты и аналитические сценарии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Обработка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Слои и карты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диаграммы и JSON-протокол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Выходы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867CD9-F6F1-4770-BC18-72659BA2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9D56DE-611C-4FA1-8419-265E319C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60AD87-27BC-4404-BE56-735C0D36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3AF7E3-332A-4491-AF3F-12BA1850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Данные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слои и временные ряды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B5F9C9-DD7A-4C1E-A2CC-2A4EDBD8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Модуль QGIS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кнопки и просмотр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5D2A03-5593-436E-AC58-541B3731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Сценарии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расчёт и анализ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27B06B-367C-4974-8CAB-C23F15F6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216FE8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Результаты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карты, графики, JSON</a:t>
            </a:r>
          </a:p>
        </p:txBody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5534f728940df"/>
          <a:stretch xmlns:a="http://schemas.openxmlformats.org/drawingml/2006/main"/>
        </p:blipFill>
        <p:spPr>
          <a:xfrm xmlns:a="http://schemas.openxmlformats.org/drawingml/2006/main">
            <a:off x="349152" y="0"/>
            <a:ext cx="11493697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Сезонная динамика FCOVER, воды и влажности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c389c009e48c3"/>
          <a:stretch xmlns:a="http://schemas.openxmlformats.org/drawingml/2006/main"/>
        </p:blipFill>
        <p:spPr>
          <a:xfrm xmlns:a="http://schemas.openxmlformats.org/drawingml/2006/main">
            <a:off x="2723969" y="1285875"/>
            <a:ext cx="6744062" cy="5381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11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11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7033a07fcc4cda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2026-08-31T16:21:57.1180000Z</dcterms:created>
  <dcterms:modified xsi:type="dcterms:W3CDTF">2026-08-31T16:21:57.1180000Z</dcterms:modified>
</coreProperties>
</file>