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582c25456441d4" /><Relationship Type="http://schemas.openxmlformats.org/officeDocument/2006/relationships/extended-properties" Target="/docProps/app.xml" Id="R52a02832ec4f4edc" /><Relationship Type="http://schemas.openxmlformats.org/officeDocument/2006/relationships/officeDocument" Target="/ppt/presentation.xml" Id="R8e36187b30e24e9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a25dd21471d4510"/>
  </p:sldMasterIdLst>
  <p:notesMasterIdLst>
    <p:notesMasterId xmlns:r="http://schemas.openxmlformats.org/officeDocument/2006/relationships" r:id="R12142724fb594945"/>
  </p:notesMasterIdLst>
  <p:sldIdLst>
    <p:sldId xmlns:r="http://schemas.openxmlformats.org/officeDocument/2006/relationships" id="256" r:id="Rc31b23f9a6534e95"/>
    <p:sldId xmlns:r="http://schemas.openxmlformats.org/officeDocument/2006/relationships" id="257" r:id="R2604b24e49184272"/>
    <p:sldId xmlns:r="http://schemas.openxmlformats.org/officeDocument/2006/relationships" id="258" r:id="R34352a7a3c5f4e25"/>
    <p:sldId xmlns:r="http://schemas.openxmlformats.org/officeDocument/2006/relationships" id="259" r:id="R23541d6cb49a413b"/>
    <p:sldId xmlns:r="http://schemas.openxmlformats.org/officeDocument/2006/relationships" id="260" r:id="R47dac4a39b9442a6"/>
    <p:sldId xmlns:r="http://schemas.openxmlformats.org/officeDocument/2006/relationships" id="261" r:id="R86c566f199b64ca3"/>
    <p:sldId xmlns:r="http://schemas.openxmlformats.org/officeDocument/2006/relationships" id="262" r:id="R6477a12e409a4c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ff0c2dfd2b4c2b" /><Relationship Type="http://schemas.openxmlformats.org/officeDocument/2006/relationships/slideMaster" Target="/ppt/slideMasters/slideMaster1.xml" Id="Rda25dd21471d4510" /><Relationship Type="http://schemas.openxmlformats.org/officeDocument/2006/relationships/notesMaster" Target="/ppt/notesMasters/notesMaster1.xml" Id="R12142724fb594945" /><Relationship Type="http://schemas.openxmlformats.org/officeDocument/2006/relationships/presProps" Target="/ppt/presProps.xml" Id="R10f042d15d864ef8" /><Relationship Type="http://schemas.openxmlformats.org/officeDocument/2006/relationships/viewProps" Target="/ppt/viewProps.xml" Id="Rd8e1ee246c424554" /><Relationship Type="http://schemas.openxmlformats.org/officeDocument/2006/relationships/tableStyles" Target="/ppt/tableStyles.xml" Id="Rdf86fe364cbc482c" /><Relationship Type="http://schemas.openxmlformats.org/officeDocument/2006/relationships/slide" Target="/ppt/slides/slide1.xml" Id="Rc31b23f9a6534e95" /><Relationship Type="http://schemas.openxmlformats.org/officeDocument/2006/relationships/slide" Target="/ppt/slides/slide2.xml" Id="R2604b24e49184272" /><Relationship Type="http://schemas.openxmlformats.org/officeDocument/2006/relationships/slide" Target="/ppt/slides/slide3.xml" Id="R34352a7a3c5f4e25" /><Relationship Type="http://schemas.openxmlformats.org/officeDocument/2006/relationships/slide" Target="/ppt/slides/slide4.xml" Id="R23541d6cb49a413b" /><Relationship Type="http://schemas.openxmlformats.org/officeDocument/2006/relationships/slide" Target="/ppt/slides/slide5.xml" Id="R47dac4a39b9442a6" /><Relationship Type="http://schemas.openxmlformats.org/officeDocument/2006/relationships/slide" Target="/ppt/slides/slide6.xml" Id="R86c566f199b64ca3" /><Relationship Type="http://schemas.openxmlformats.org/officeDocument/2006/relationships/slide" Target="/ppt/slides/slide7.xml" Id="R6477a12e409a4c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6f03c9708e40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d71649ae08454d" /><Relationship Type="http://schemas.openxmlformats.org/officeDocument/2006/relationships/notesMaster" Target="/ppt/notesMasters/notesMaster1.xml" Id="R7e87a1b1219740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2c15ec9d904471" /><Relationship Type="http://schemas.openxmlformats.org/officeDocument/2006/relationships/notesMaster" Target="/ppt/notesMasters/notesMaster1.xml" Id="R58ced6da53b147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01a715621f4519" /><Relationship Type="http://schemas.openxmlformats.org/officeDocument/2006/relationships/notesMaster" Target="/ppt/notesMasters/notesMaster1.xml" Id="R183d73614ad34b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b45bb031a94d1f" /><Relationship Type="http://schemas.openxmlformats.org/officeDocument/2006/relationships/notesMaster" Target="/ppt/notesMasters/notesMaster1.xml" Id="R2a630e5c653b46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f7861164c1439d" /><Relationship Type="http://schemas.openxmlformats.org/officeDocument/2006/relationships/notesMaster" Target="/ppt/notesMasters/notesMaster1.xml" Id="R853b793884e544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31c750f8064d60" /><Relationship Type="http://schemas.openxmlformats.org/officeDocument/2006/relationships/notesMaster" Target="/ppt/notesMasters/notesMaster1.xml" Id="Rb46a10b0fd8841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2cc6e658a14ff4" /><Relationship Type="http://schemas.openxmlformats.org/officeDocument/2006/relationships/notesMaster" Target="/ppt/notesMasters/notesMaster1.xml" Id="Re7e0453ee7244a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тезисы: «Оценка возможности восстановления данных о влажности почвы…»,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Открытие: задача — проверить, согласуется ли независимый Sentinel-1 с расчётным приповерхностным водным состоянием.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Финальные тезисы, введение и обсуждение.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Ключевой тезис: мы не выдаём VV за прямое измерение влажности. Проверяем, даёт ли он независимое подтверждение расчётной динамики.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Авторская иллюстрация, предоставленная пользователем; документация проекта: docs/wiki/ARCHITECTURE.md, docs/wiki/PIPELINES.md.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Архитектура: единственный пользовательский интерфейс — QGIS-плагин. Он связывает локальные пространственные и временные данные с PyQGIS/GDAL-сценариями и выдаёт слои, диаграммы и JSON-протокол.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sp_full_experiment_protocol.json: sentinel2_fcover и kornix_fcover_lag.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Лаг относится к визуальному сопоставлению кривых покрытия: модельная кривая показана на 12 суток правее. Это не изменяет исходные даты в рядах.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sentinel1_validation, cross_validated_predictive_gain.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Главный результат — не абсолютное R², а устойчивый прирост M3 на полях, которые модель не видела. Прирост M3–M1: 0,078, bootstrap 95% CI 0,035…0,128.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observability_analysis.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показатели — дополнительная диагностика. Основное доказательство — межполевая проверка M1–M3 на предыдущем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заключение.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Закрытие: работа подтверждает необходимую предпосылку дальнейшей реконструкции. Для утверждений об абсолютной влажности и глубине до 1 м потребуются независимые наземные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df47e816a8494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d6e98888b848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b337c8507e40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8a614c254e43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3e1e2451bb47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a73c629ba4408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4db4598dc45b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d68f20e4e542d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931b9a2a604aa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e81539d63456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755b0852ec4745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16caa34bf14511" /><Relationship Type="http://schemas.openxmlformats.org/officeDocument/2006/relationships/slideLayout" Target="/ppt/slideLayouts/slideLayout1.xml" Id="R4f942f0a025f45ef" /><Relationship Type="http://schemas.openxmlformats.org/officeDocument/2006/relationships/slideLayout" Target="/ppt/slideLayouts/slideLayout2.xml" Id="Rcc47087e1b734cfe" /><Relationship Type="http://schemas.openxmlformats.org/officeDocument/2006/relationships/slideLayout" Target="/ppt/slideLayouts/slideLayout3.xml" Id="Rcf716506427244b0" /><Relationship Type="http://schemas.openxmlformats.org/officeDocument/2006/relationships/slideLayout" Target="/ppt/slideLayouts/slideLayout4.xml" Id="R28065ce81238484a" /><Relationship Type="http://schemas.openxmlformats.org/officeDocument/2006/relationships/slideLayout" Target="/ppt/slideLayouts/slideLayout5.xml" Id="R471beae11c084df3" /><Relationship Type="http://schemas.openxmlformats.org/officeDocument/2006/relationships/slideLayout" Target="/ppt/slideLayouts/slideLayout6.xml" Id="R30cc93a62b8c4e01" /><Relationship Type="http://schemas.openxmlformats.org/officeDocument/2006/relationships/slideLayout" Target="/ppt/slideLayouts/slideLayout7.xml" Id="R7b4b3955810e46f2" /><Relationship Type="http://schemas.openxmlformats.org/officeDocument/2006/relationships/slideLayout" Target="/ppt/slideLayouts/slideLayout8.xml" Id="R91cba73eb80544a4" /><Relationship Type="http://schemas.openxmlformats.org/officeDocument/2006/relationships/slideLayout" Target="/ppt/slideLayouts/slideLayout9.xml" Id="Rc07d029a9d0d4c18" /><Relationship Type="http://schemas.openxmlformats.org/officeDocument/2006/relationships/slideLayout" Target="/ppt/slideLayouts/slideLayout10.xml" Id="Red20f59fe7aa4874" /><Relationship Type="http://schemas.openxmlformats.org/officeDocument/2006/relationships/slideLayout" Target="/ppt/slideLayouts/slideLayout11.xml" Id="Rd9f98b4d53644bd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942f0a025f45ef"/>
    <p:sldLayoutId xmlns:r="http://schemas.openxmlformats.org/officeDocument/2006/relationships" id="2147483650" r:id="Rcc47087e1b734cfe"/>
    <p:sldLayoutId xmlns:r="http://schemas.openxmlformats.org/officeDocument/2006/relationships" id="2147483651" r:id="Rcf716506427244b0"/>
    <p:sldLayoutId xmlns:r="http://schemas.openxmlformats.org/officeDocument/2006/relationships" id="2147483652" r:id="R28065ce81238484a"/>
    <p:sldLayoutId xmlns:r="http://schemas.openxmlformats.org/officeDocument/2006/relationships" id="2147483653" r:id="R471beae11c084df3"/>
    <p:sldLayoutId xmlns:r="http://schemas.openxmlformats.org/officeDocument/2006/relationships" id="2147483654" r:id="R30cc93a62b8c4e01"/>
    <p:sldLayoutId xmlns:r="http://schemas.openxmlformats.org/officeDocument/2006/relationships" id="2147483655" r:id="R7b4b3955810e46f2"/>
    <p:sldLayoutId xmlns:r="http://schemas.openxmlformats.org/officeDocument/2006/relationships" id="2147483656" r:id="R91cba73eb80544a4"/>
    <p:sldLayoutId xmlns:r="http://schemas.openxmlformats.org/officeDocument/2006/relationships" id="2147483657" r:id="Rc07d029a9d0d4c18"/>
    <p:sldLayoutId xmlns:r="http://schemas.openxmlformats.org/officeDocument/2006/relationships" id="2147483658" r:id="Red20f59fe7aa4874"/>
    <p:sldLayoutId xmlns:r="http://schemas.openxmlformats.org/officeDocument/2006/relationships" id="2147483659" r:id="Rd9f98b4d53644bd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91f119a2414eae" /><Relationship Type="http://schemas.openxmlformats.org/officeDocument/2006/relationships/image" Target="/ppt/media/image.jpeg" Id="Rb767691281014045" /><Relationship Type="http://schemas.openxmlformats.org/officeDocument/2006/relationships/notesSlide" Target="/ppt/notesSlides/notesSlide1.xml" Id="R89238c2f0b9f47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5ab253fa84e87" /><Relationship Type="http://schemas.openxmlformats.org/officeDocument/2006/relationships/notesSlide" Target="/ppt/notesSlides/notesSlide2.xml" Id="R1675f9f775ba48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39b563181947b6" /><Relationship Type="http://schemas.openxmlformats.org/officeDocument/2006/relationships/image" Target="/ppt/media/image.png" Id="R4dfcc1f7e0844215" /><Relationship Type="http://schemas.openxmlformats.org/officeDocument/2006/relationships/notesSlide" Target="/ppt/notesSlides/notesSlide3.xml" Id="Rc1975997524a4d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709cfeb799432d" /><Relationship Type="http://schemas.openxmlformats.org/officeDocument/2006/relationships/notesSlide" Target="/ppt/notesSlides/notesSlide4.xml" Id="Rc4365a6a599747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b92f64b98d4a9d" /><Relationship Type="http://schemas.openxmlformats.org/officeDocument/2006/relationships/chart" Target="/ppt/slides/charts/chart1.xml" Id="R82e870ad5c40436a" /><Relationship Type="http://schemas.openxmlformats.org/officeDocument/2006/relationships/notesSlide" Target="/ppt/notesSlides/notesSlide5.xml" Id="Rbd5df368ac6348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7509208e744326" /><Relationship Type="http://schemas.openxmlformats.org/officeDocument/2006/relationships/notesSlide" Target="/ppt/notesSlides/notesSlide6.xml" Id="R5fe2b20fab8146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6d5d868b6a43ad" /><Relationship Type="http://schemas.openxmlformats.org/officeDocument/2006/relationships/notesSlide" Target="/ppt/notesSlides/notesSlide7.xml" Id="R038fc1ffb36e4618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767691281014045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Проверяем не калибровку влажности,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а независимую согласованность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расчётной динамики и радара</a:t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34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36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38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40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Архитектура ИС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Контуры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/ Sentinel-2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суточные ряды модели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Входы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Плагин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запуск сценариев и просмотр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Интерфейс</a:t>
            </a:r>
          </a:p>
        </p:txBody>
      </p:sp>
      <p:cxnSp>
        <p:nvCxnSpPr>
          <p:cNvPr id="44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PyQGIS / GDAL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расчёты и аналитические сценарии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Обработка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Слои и карты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диаграммы и JSON-протокол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Выходы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1C04F4-A62E-4B10-8157-33033586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D256AE-6BE2-4FF4-A773-53B17911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279D08-5220-46FF-996C-B9DFC552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D2A129-3D76-4BC5-A593-07C5FB75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Данные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слои и временные ряды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68D695-5B84-4AF0-A48A-17E60F97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Модуль QGIS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кнопки и просмотр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FD289-D99F-4667-82C4-F72B96BE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Сценарии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расчёт и анализ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2B39FA-D55C-4A1C-843C-58A71CBA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216FE8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Результаты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карты, графики, JSON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fcc1f7e0844215"/>
          <a:stretch xmlns:a="http://schemas.openxmlformats.org/drawingml/2006/main"/>
        </p:blipFill>
        <p:spPr>
          <a:xfrm xmlns:a="http://schemas.openxmlformats.org/drawingml/2006/main">
            <a:off x="349152" y="0"/>
            <a:ext cx="11493697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около 12 суток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кривая модели сдвигается вправо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Лаг покрытия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 = 0,763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 = 0,583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Связь рядов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FCOVER ограничивает модель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Проверка выполнена до Sentinel-1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фиксирует сезонную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динамику растительности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Смысл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r = 0,944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34 из 36 связей положительные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Внутри полей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Результат: растение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отделено от влаги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Зачем это нужно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12 сут.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настройка растительного блока,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не проверка влажности по Sentinel-1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Граница интерпретации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FCOVER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7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7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e870ad5c40436a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2026-08-31T14:46:16.3790000Z</dcterms:created>
  <dcterms:modified xsi:type="dcterms:W3CDTF">2026-08-31T14:46:16.3800000Z</dcterms:modified>
</coreProperties>
</file>